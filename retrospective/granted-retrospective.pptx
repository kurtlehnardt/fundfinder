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F2F4F8"/>
                </a:solidFill>
                <a:latin typeface="Calibri"/>
              </a:rPr>
              <a:t>Granted</a:t>
            </a:r>
          </a:p>
          <a:p>
            <a:pPr>
              <a:spcBef>
                <a:spcPts val="1400"/>
              </a:spcBef>
            </a:pPr>
            <a:r>
              <a:rPr sz="2600" b="0" i="0">
                <a:solidFill>
                  <a:srgbClr val="04C585"/>
                </a:solidFill>
                <a:latin typeface="Calibri"/>
              </a:rPr>
              <a:t>A personal government-funding intelligence analyst for every startup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9FB2D6"/>
                </a:solidFill>
                <a:latin typeface="Calibri"/>
              </a:rPr>
              <a:t>Build retrospective  ·  an overnight, multi-agent buildout orchestrated with Claude Code  ·  formerly “fundFinder”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What we set out to make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“Something that feels like a personal government funding intelligence analyst for every startup.” 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northstar.md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Maps a founder’s plain-English company description to real federal funding opportunities.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The differentiator: the “honest no”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the integrity to return a calibrated, well-explained NOTHING when there’s no good match.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Anti-hype, workflow-first, grounded in a curated data “Canon.”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The North Star (product principles)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9FB2D6"/>
                </a:solidFill>
                <a:latin typeface="Calibri"/>
              </a:rPr>
              <a:t>northstar.md governed everywhere the 1,210-line spec was silent.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Output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anchor on the user problem (secure funding), not on finding uses for AI.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Input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curate the Canon: messy gov data → an authoritative knowledge base.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Model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context over fine-tuning; manage the Intelligence / Cost / Latency triangle via model routing.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Observability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engineering metrics + data-science metrics: TACA (Transparency, Accuracy, Calibration, Alignment).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Enablement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modular services over a monolith; ship value, observe, iterate.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The starting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CLAUDE.md (global + project)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orchestrator-only; you delegate, you don’t implement.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FB2D6"/>
                </a:solidFill>
                <a:latin typeface="Calibri"/>
              </a:rPr>
              <a:t>· Plan-first · worktree isolation per task · PR-per-task · never push to main.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prompts/START-HERE.md → the 1,210-line orchestrator-prompt.md → northstar.md.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FB2D6"/>
                </a:solidFill>
                <a:latin typeface="Calibri"/>
              </a:rPr>
              <a:t>· Requirements R1–R10, shared contracts, team structure, ship order, acceptance criteria.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Phase 1 was recon only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as-built.md, hypothesis-check.md, canon.md — gated behind human approval.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Rule: if an input path doesn’t resolve, STOP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never reconstruct a missing input from the spec’s summary.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The documents I was told to 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product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northstar.md (principles that govern where the spec is silent).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spec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prompts/orchestrator-prompt.md (the authoritative specification).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entry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START-HERE.md · mock-auth bundle.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threads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feedback.md · open-questions.md · resolved-questions.md.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recon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as-built.md · hypothesis-check.md · canon.md.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tasks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25+ tasks/*.md (CON / CAN / ELG / INT / PLT / EVL / FE / APL slices).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quality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docs/calibration-baseline.md · evals/golden-set.jsonl (31 cases).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review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docs/code-review/FINDINGS.md (the 7-scope architectural review).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The operating model: orchestrator → dispatcher → worker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YOU (human)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prompts, approvals, course-corrections.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ORCHESTRATOR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decompose · plan · route · synthesize · MERGE centrally.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DISPATCHER (haiku)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thin: relays the orchestrator’s precise prompt, collects the result.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WORKER (opus / sonnet)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builds a focused task in an isolated git worktree.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FB2D6"/>
                </a:solidFill>
                <a:latin typeface="Calibri"/>
              </a:rPr>
              <a:t>· Why the middle tier? A cheap dispatcher relays to an expensive worker — isolating cost, giving each a clean context, and letting many run in parallel.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The rules that made parallelism safe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Git worktree per task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many agents edit the same repo without corrupting each other.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PR-per-task; the orchestrator merges centrally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one place controls ordering + conflicts.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Five gates on every change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tsc · npm test · build · check:hex · check:contrast (+check:prompts).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Autonomy directive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run to completion; table blockers in open-questions.md; never block on the human.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Feature flags default-OFF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every new capability ships dark; the flag-off path stays byte-identical.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When main moved under a team, they were told to rebase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the orchestrator broadcast every merge.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How the product actually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description → (optional) LLM interview for thin inputs.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extractProfile (Claude) → embed (OpenAI 512-dim) → cosine retrieval over ~476 opportunities.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eligibility SCREEN (pure logic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R8.4-safe, never invents an exclusion).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LLM score + 4-part narrative → OpportunityMap: likely / verify / adjacent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or an honest no.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Streaming NDJSON to a hybrid progress bar (real milestones + rotating “did you know” facts).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Model routing: Haiku extract · Sonnet analyze · embeddings retrieve. Precomputed cache for the 5 demo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The “honest no,” enforced in code (not just prompts)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Three-bucket eligibility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likely / verify / adjacent, or a calibrated weak-field honest-no.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R8.4 anti-fabrication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a model-inferred / unreviewed rule CANNOT produce an “excluded” verdict.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FB2D6"/>
                </a:solidFill>
                <a:latin typeface="Calibri"/>
              </a:rPr>
              <a:t>· The Zod schema .parse() THROWS rather than render a fabricated exclusion.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Quote-grounding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eligibility reasons must cite retrieved text; enforced in code.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§5.3 no server retention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the description + PII never leave the client for storage (tested).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Review verdict: “real R8.4-safe anti-fabrication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unable to produce excluded; it throws rather than render.”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The build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v1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calibrate 5 demo cases · precompute · ship + deploy.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v2 Slice 1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shared contracts (CON) · golden set (EVL) · Supabase corpus (CAN).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v2 Slice 2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USWDS tokens (FE) · interview (INT) · eligibility engine (ELG) · mock auth (PLT).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Features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R9 auth · R6 auto-apply · R5 competitor intelligence · R4b cost · design revamp · rebrand → Granted · sidebar · welcome tour.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Review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7-scope review → synthesis → Phase 3 (Critical+High) → Phase 4 (Medium+Low).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Hardening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calibration re-validation · consent-gating · the critical dead-end fix · branding · real prod auth.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The architectural review: divide, conquer, synthesize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7 scopes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architecture · backend/perf/cost · data/Canon · eligibility · frontend/UX/a11y · security · tests.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Findings de-duplicated + severity-normalized into one bar, then split into fix phases.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Phase 3 (Critical+High): the silent-drop, the search dead-end, dark-mode contrast, demo regen, analytics, the test build.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Phase 4 (Medium+Low): AbortSignal cost-leak, security headers + rate limit + injection envelope, honesty, billing, a11y, +35 tests.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Outcome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no secret exposure, no auth bypass, no PII leakage, no injection. Verified, not assumed.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Calibration &amp; evaluation (the C and A in TACA)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CALIBRATION knobs (candidateFloor, candidateCount, scoreFloor, weakFieldThreshold) tuned + audit-trailed.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The retune fixed false weak-fields: AI-healthcare went from a wrong “no” to real matches; the marketplace correctly stays a no.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Golden-set re-validation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31 live searches against the real pipeline (~11 min, real API spend).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Result: 30/31 completed · honest-nos on exactly the poor-fit cases · strong-match median 4 / max 7 · 62% agency hit-rate.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The re-validation didn’t just confirm calibration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it CAUGHT a production-critical bug.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Gotchas — part 1 (the ones that bit)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:3000 is Grafana → next dev binds :3001. Scripts hardcoding :3000 hit Grafana and got 401s.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NDJSON vs res.json()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the streaming route broke every script that still buffered one JSON body.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C1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ruleGate() silently dropped 40/476 opportunities BEFORE screening (a legacy regex, real false-positives).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The CRITICAL dead-end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a too-strict boundary schema turned completed searches into “didn’t complete”: ~2/3 of real novel searches failed.</a:t>
            </a:r>
          </a:p>
          <a:p>
            <a:pPr lvl="1">
              <a:spcAft>
                <a:spcPts val="900"/>
              </a:spcAft>
            </a:pPr>
            <a:r>
              <a:rPr sz="1600" b="0" i="0">
                <a:solidFill>
                  <a:srgbClr val="9FB2D6"/>
                </a:solidFill>
                <a:latin typeface="Calibri"/>
              </a:rPr>
              <a:t>· The 5 cached demo cases bypassed it, so the demo looked perfect. Surfaced only by the golden-set run (21/31 errored). Fix: validation is observability-only.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Gotchas — part 2 (infra, auth, data)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SBIR.gov API returns 403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abstracts exist only as a 394 MB bulk CSV; competitor feature routed around it via USAspending / NIH / NSF.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Supabase pooler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must use aws-0-us-west-2 (not us-west-1); an IPv6 gotcha on direct connect.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Vercel API with a blank project id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silently returned other deployments; querying by project NAME fixed it.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Real-auth “callback → localhost”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the app was correct (runtime origin); Supabase’s Site URL was localhost. Config, not code.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OAuth consent screen “Testing” mode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only added test users can sign in; a live-demo trap.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Gotchas — part 3 (agents, UI, process)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Dispatchers “waiting” on background work stalled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resolved by finalizing centrally + broadcasting rebases.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Over-reported work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a dispatcher claimed to have launched H3 + a design token; the diff showed NO code existed. Trust, but verify the diff.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A merge race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gh pr merge #54 beat the human closing it; the after-cutoff change was cleanly reverted via PR.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Design gotchas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cream-vs-transparent logos (added a dark-mode white filter); a collapsed-sidebar “peek” that was too big + duplicated the icon (reverted).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Consent didn’t actually gate analytics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the opt-in was decorative; fixed so emission requires flag AND consent, private by default.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Security &amp; honesty posture (what the review confirmed)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No secrets client-side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only the Supabase anon key is public; service-role + LLM keys are server-only.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Auth / billing / entitlements are honest client-only stubs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they gate NOTHING server-side.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No PII leaves the client for retention (§5.3); no injection surface (JSON-parsed + React-escaped; no eval / dangerouslySetInnerHTML).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CSP + security headers, per-IP rate limit, length caps, an untrusted-content envelope, a server-side score clamp (Phase 4).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The competitor feature is grounded to real public federal award data with citations + a validator that throws on any un-retrieved claim.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~20 pull requests merged to main this session (auto-merge-when-green), each behind an isolated worktree.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Test suite → 313 passing (from a core pipeline that started with ZERO tests).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7-scope architectural review → Phase 3 + Phase 4 fix waves, both shipped to prod.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Calibration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5 judged demo cases + a 31-entry golden-set live re-validation.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Cost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~$0.20 per novel search; competitor-analysis capture ~$0.03; measured on real credits (R4b).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Live on Vercel Pro (120s budget) with real Google OAuth (flag-gated) + a “Judge demo” path.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Lessons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Encode integrity in the type system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the honest no survives because a fabricated exclusion literally cannot render.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Your happy path can hide a broken product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a demo cache masked a bug that failed 2/3 of real searches. Evaluate the live path, on breadth.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Parallel agents need a merge dictator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worktrees prevent collisions; a single central merger prevents chaos.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Cheap dispatchers, expensive workers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route model spend to where the reasoning is.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Verify the diff, not the report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agents can over-claim; git is the source of truth.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The north star earns its keep at the edges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it answered every “should we?” the spec didn’t.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04C585"/>
                </a:solidFill>
                <a:latin typeface="Calibri"/>
              </a:rPr>
              <a:t>Appendix — the prompt arc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05840" cy="63500"/>
          </a:xfrm>
          <a:prstGeom prst="rect">
            <a:avLst/>
          </a:prstGeom>
          <a:solidFill>
            <a:srgbClr val="04C5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The cadence climbs from single fixes (“where is my loading bar”) to fleet operations (“divide and conquer, parallel subagent teams, merge as they pass CI”).</a:t>
            </a:r>
          </a:p>
          <a:p>
            <a:pPr>
              <a:spcAft>
                <a:spcPts val="900"/>
              </a:spcAft>
            </a:pPr>
            <a:r>
              <a:rPr sz="1800" b="1" i="0">
                <a:solidFill>
                  <a:srgbClr val="F2F4F8"/>
                </a:solidFill>
                <a:latin typeface="Calibri"/>
              </a:rPr>
              <a:t>▸ Voice: product-obsessed + integrity-driven — </a:t>
            </a:r>
            <a:r>
              <a:rPr sz="1800" b="0" i="0">
                <a:solidFill>
                  <a:srgbClr val="9FB2D6"/>
                </a:solidFill>
                <a:latin typeface="Calibri"/>
              </a:rPr>
              <a:t>“tell them plainly when there’s nothing worth chasing.”</a:t>
            </a:r>
          </a:p>
          <a:p>
            <a:pPr>
              <a:spcAft>
                <a:spcPts val="900"/>
              </a:spcAft>
            </a:pPr>
            <a:r>
              <a:rPr sz="1800" b="0" i="0">
                <a:solidFill>
                  <a:srgbClr val="F2F4F8"/>
                </a:solidFill>
                <a:latin typeface="Calibri"/>
              </a:rPr>
              <a:t>▸ Full chronological trace: retrospective/user-prompt-arc.md (bundled alongside this deck).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F2F4F8"/>
                </a:solidFill>
                <a:latin typeface="Calibri"/>
              </a:rPr>
              <a:t>Thank you</a:t>
            </a:r>
          </a:p>
          <a:p>
            <a:pPr>
              <a:spcBef>
                <a:spcPts val="1400"/>
              </a:spcBef>
            </a:pPr>
            <a:r>
              <a:rPr sz="2600" b="0" i="0">
                <a:solidFill>
                  <a:srgbClr val="04C585"/>
                </a:solidFill>
                <a:latin typeface="Calibri"/>
              </a:rPr>
              <a:t>Granted — the honest funding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9FB2D6"/>
                </a:solidFill>
                <a:latin typeface="Calibri"/>
              </a:rPr>
              <a:t>Built overnight, by a fleet of agents, under one north star.  ·  Source: retrospective/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